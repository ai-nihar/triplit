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Triplit — AI-Powered Trip Itinerary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222222"/>
                </a:solidFill>
              </a:defRPr>
            </a:pPr>
            <a:r>
              <a:t>6–8 Slide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7899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5A5A5A"/>
                </a:solidFill>
              </a:defRPr>
            </a:pPr>
            <a:r>
              <a:t>Team: ANTIGRAVITY   |   Date: Feb 21,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22222"/>
                </a:solidFill>
              </a:defRPr>
            </a:pPr>
            <a:r>
              <a:t>Triplit – Trip Itinerary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22222"/>
                </a:solidFill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Problem: Planning trips is time-consuming (search, shortlist, route, schedule).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Objective: Generate a day-wise itinerary based on time, preferences, and distance.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Goal: Provide a clean UI to create trips, explore locations, and save a wishlist.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Success criteria: Faster planning, optimized routes, and better travel experience.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22222"/>
                </a:solidFill>
              </a:defRPr>
            </a:pPr>
            <a:r>
              <a:t>Replace bullets with your final wording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22222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User auth (sign up / sign in) + profile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Explore destinations &amp; location details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Wishlist (save / remove places)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Create trip: dates, preferences, budget (edit as needed)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Itinerary generation + route optimization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Dashboard to view trips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22222"/>
                </a:solidFill>
              </a:defRPr>
            </a:pPr>
            <a:r>
              <a:t>Add/remove features to match your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22222"/>
                </a:solidFill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5760720" cy="4846320"/>
          </a:xfrm>
          <a:prstGeom prst="rect">
            <a:avLst/>
          </a:prstGeom>
          <a:solidFill>
            <a:srgbClr val="F0F2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E6E6E"/>
                </a:solidFill>
              </a:defRPr>
            </a:pPr>
            <a:r>
              <a:t>Insert architecture diagram here</a:t>
            </a:r>
            <a:br/>
            <a:r>
              <a:t>(Frontend ↔ Flask API ↔ Services ↔ DB / External APIs)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11430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Frontend: HTML/CSS/JS templates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Backend: Flask routes + services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DB: MySQL (locations, trips, users)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External: OSM/OSRM + Gemini (AI)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22222"/>
                </a:solidFill>
              </a:defRPr>
            </a:pPr>
            <a:r>
              <a:t>Replace placeholder with your actual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22222"/>
                </a:solidFill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Backend: Python + Flask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Database: MySQL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APIs/Services: OSM, OSRM, Gemini (Generative AI)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Frontend: HTML, CSS, JavaScript (templates + static assets)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Libraries: requests, numpy (and others as used)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22222"/>
                </a:solidFill>
              </a:defRPr>
            </a:pPr>
            <a:r>
              <a:t>Keep only what you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92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22222"/>
                </a:solidFill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Modules / Code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app/routes: API + page routes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app/services: locations, trips, wishlist, optimizer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app/helpers: auth + DB helpers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templates + static: UI pages and 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0" y="1143000"/>
            <a:ext cx="4846320" cy="4846320"/>
          </a:xfrm>
          <a:prstGeom prst="rect">
            <a:avLst/>
          </a:prstGeom>
          <a:solidFill>
            <a:srgbClr val="F0F2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E6E6E"/>
                </a:solidFill>
              </a:defRPr>
            </a:pPr>
            <a:r>
              <a:t>Insert a screenshot of folder structure</a:t>
            </a:r>
            <a:br/>
            <a:r>
              <a:t>or a module diagram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22222"/>
                </a:solidFill>
              </a:defRPr>
            </a:pPr>
            <a:r>
              <a:t>Use your repo tree or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22222"/>
                </a:solidFill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 (Screenshots)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5303520" cy="2286000"/>
          </a:xfrm>
          <a:prstGeom prst="rect">
            <a:avLst/>
          </a:prstGeom>
          <a:solidFill>
            <a:srgbClr val="F0F2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E6E6E"/>
                </a:solidFill>
              </a:defRPr>
            </a:pPr>
            <a:r>
              <a:t>Screenshot 1 (e.g., Explore / Home)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143000"/>
            <a:ext cx="4663440" cy="2286000"/>
          </a:xfrm>
          <a:prstGeom prst="rect">
            <a:avLst/>
          </a:prstGeom>
          <a:solidFill>
            <a:srgbClr val="F0F2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E6E6E"/>
                </a:solidFill>
              </a:defRPr>
            </a:pPr>
            <a:r>
              <a:t>Screenshot 2 (e.g., Create Trip)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03320"/>
            <a:ext cx="5303520" cy="2286000"/>
          </a:xfrm>
          <a:prstGeom prst="rect">
            <a:avLst/>
          </a:prstGeom>
          <a:solidFill>
            <a:srgbClr val="F0F2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E6E6E"/>
                </a:solidFill>
              </a:defRPr>
            </a:pPr>
            <a:r>
              <a:t>Screenshot 3 (e.g., Itinerary)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703320"/>
            <a:ext cx="4663440" cy="2286000"/>
          </a:xfrm>
          <a:prstGeom prst="rect">
            <a:avLst/>
          </a:prstGeom>
          <a:solidFill>
            <a:srgbClr val="F0F2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E6E6E"/>
                </a:solidFill>
              </a:defRPr>
            </a:pPr>
            <a:r>
              <a:t>Screenshot 4 (e.g., Wishlist / Dashboard)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22222"/>
                </a:solidFill>
              </a:defRPr>
            </a:pPr>
            <a:r>
              <a:t>Replace placeholders with real UI screenshots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22222"/>
                </a:solidFill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Future Scope &amp; Q/A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Add personalization: travel style, pace, constraints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Improve itinerary optimizer with more constraints (opening hours, fees)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Offline mode / caching for maps and results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Deploy: containerize + CI/CD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Q/A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12080"/>
            <a:ext cx="107899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22222"/>
                </a:solidFill>
              </a:defRPr>
            </a:pPr>
            <a:r>
              <a:t>Edit future work items based on your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22222"/>
                </a:solidFill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